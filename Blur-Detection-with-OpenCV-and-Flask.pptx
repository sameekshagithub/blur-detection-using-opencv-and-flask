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omfortaa"/>
      <p:regular r:id="rId17"/>
    </p:embeddedFont>
    <p:embeddedFont>
      <p:font typeface="Comfortaa"/>
      <p:regular r:id="rId18"/>
    </p:embeddedFont>
    <p:embeddedFont>
      <p:font typeface="Raleway Medium"/>
      <p:regular r:id="rId19"/>
    </p:embeddedFont>
    <p:embeddedFont>
      <p:font typeface="Raleway Medium"/>
      <p:regular r:id="rId20"/>
    </p:embeddedFont>
    <p:embeddedFont>
      <p:font typeface="Raleway Medium"/>
      <p:regular r:id="rId21"/>
    </p:embeddedFont>
    <p:embeddedFont>
      <p:font typeface="Raleway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p-webapp-frontend.herokuapp.com/blur_detection" TargetMode="External"/><Relationship Id="rId2" Type="http://schemas.openxmlformats.org/officeDocument/2006/relationships/hyperlink" Target="https://github.com/Furkan-Gulsen/Blur-Detection-Web-App" TargetMode="Externa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646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49" y="185023"/>
            <a:ext cx="5239703" cy="78595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4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Blur Detection with OpenCV and Flask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63504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Bringing Clarity to Your Images Through Computer Vision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646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634" y="176451"/>
            <a:ext cx="5251133" cy="78766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3555" y="962501"/>
            <a:ext cx="7496889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Problem: Blurry Photos - A Universal Annoyance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823555" y="2606159"/>
            <a:ext cx="3636288" cy="2769632"/>
          </a:xfrm>
          <a:prstGeom prst="roundRect">
            <a:avLst>
              <a:gd name="adj" fmla="val 12744"/>
            </a:avLst>
          </a:pr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1058823" y="2841427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Scale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58823" y="3302794"/>
            <a:ext cx="3165753" cy="147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Thousands of photos in personal galleries are blurry due to motion, focus issues, or poor lighting conditions.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84038" y="2606159"/>
            <a:ext cx="3636407" cy="2769632"/>
          </a:xfrm>
          <a:prstGeom prst="roundRect">
            <a:avLst>
              <a:gd name="adj" fmla="val 12744"/>
            </a:avLst>
          </a:prstGeom>
          <a:solidFill>
            <a:srgbClr val="46464A"/>
          </a:solidFill>
          <a:ln/>
        </p:spPr>
      </p:sp>
      <p:sp>
        <p:nvSpPr>
          <p:cNvPr id="9" name="Text 6"/>
          <p:cNvSpPr/>
          <p:nvPr/>
        </p:nvSpPr>
        <p:spPr>
          <a:xfrm>
            <a:off x="4919305" y="2841427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Impact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4919305" y="3302794"/>
            <a:ext cx="3165872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Blurriness impacts user experience in applications like photo organization, facial recognition, and e-commerce platforms.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23555" y="5599986"/>
            <a:ext cx="7496889" cy="1666994"/>
          </a:xfrm>
          <a:prstGeom prst="roundRect">
            <a:avLst>
              <a:gd name="adj" fmla="val 21174"/>
            </a:avLst>
          </a:prstGeom>
          <a:solidFill>
            <a:srgbClr val="46464A"/>
          </a:solidFill>
          <a:ln/>
        </p:spPr>
      </p:sp>
      <p:sp>
        <p:nvSpPr>
          <p:cNvPr id="12" name="Text 9"/>
          <p:cNvSpPr/>
          <p:nvPr/>
        </p:nvSpPr>
        <p:spPr>
          <a:xfrm>
            <a:off x="1058823" y="5835253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Example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58823" y="6296620"/>
            <a:ext cx="7026354" cy="73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Adrian Rosebrock's personal experience with over 6,000 blurry photos of his dog illustrates the scale of the problem.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28976"/>
            <a:ext cx="119839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Solution: Detecting Blur with OpenCV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631877"/>
            <a:ext cx="478667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Laplacian Variance Method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4037" y="3290173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fast and lightweight approach that's perfect for most applications.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302443"/>
            <a:ext cx="6150054" cy="183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Convert image to grayscale for analysis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Apply the Laplacian filter to detect edges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Compute variance of the filtered result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Low variance indicates a blurry image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631877"/>
            <a:ext cx="4860727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Fast Fourier Transform (FFT)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3929" y="3290173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more robust method for complex scenarios requiring higher precision.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302443"/>
            <a:ext cx="6150054" cy="183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Analyzes frequency distribution in images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Less sensitive to manual threshold tuning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Better for varied lighting conditions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More computationally intensive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4037" y="650557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Source: PyImageSearch (Adrian Rosebrock), Analytics Vidhya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646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49" y="185023"/>
            <a:ext cx="5239703" cy="78595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437" y="2788563"/>
            <a:ext cx="74159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Sharp vs. Blurry: The Visual Difference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350437" y="4255889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Computer vision algorithms can automatically distinguish between clear and blurry images, enabling automated quality control.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646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895" y="164783"/>
            <a:ext cx="5266611" cy="7899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501" y="623292"/>
            <a:ext cx="7604998" cy="122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Building the Web Application: Flask as the Bridge</a:t>
            </a:r>
            <a:endParaRPr lang="en-US" sz="3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01" y="2138601"/>
            <a:ext cx="1099423" cy="15274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64663" y="2358390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Flask Framework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2064663" y="2781181"/>
            <a:ext cx="630983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lightweight Python web framework that simplifies creating web endpoints for blur detection logic.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01" y="3666053"/>
            <a:ext cx="1099423" cy="15274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64663" y="3885843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Interface Layer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2064663" y="4308634"/>
            <a:ext cx="630983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Acts as the bridge between user interface and computer vision backend processing.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01" y="5193506"/>
            <a:ext cx="1099423" cy="15274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64663" y="5413296"/>
            <a:ext cx="2579251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Real-time Streaming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2064663" y="5836087"/>
            <a:ext cx="630983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WebSockets or MJPEG streaming provides instant feedback without page reloads.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769501" y="6941225"/>
            <a:ext cx="7604998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Example: Tanish-Sarkar's "Real-time Facial Detection" project uses Flask for MJPEG streaming.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04042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Showcase: Furkan-Gulsen's Blur Detection Web App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876312"/>
            <a:ext cx="817566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practical implementation demonstrating how blur detection using OpenCV and Flask can identify blurry photos in real-time.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91322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Technology Stack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64037" y="4502944"/>
            <a:ext cx="8175665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Python (66.6%) - Core logic and OpenCV integration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HTML (33.4%) - User interface and display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Flask - Web framework and API endpoints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6082903"/>
            <a:ext cx="81756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Live Demo: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ap-webapp-frontend.herokuapp.com/blur_detection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6700123"/>
            <a:ext cx="81756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Repository: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github.com/Furkan-Gulsen/Blur-Detection-Web-App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539" y="2923580"/>
            <a:ext cx="41243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646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49" y="185023"/>
            <a:ext cx="5239703" cy="78595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437" y="3062764"/>
            <a:ext cx="6363176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Web App Interface in Action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350437" y="3981569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application analyzes uploaded images in real-time, providing immediate feedback on image quality with blur scores and visual indicators.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5100" y="543520"/>
            <a:ext cx="5881568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Components &amp; Workflow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1936433" y="1585317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46464A"/>
          </a:solidFill>
          <a:ln/>
        </p:spPr>
      </p:sp>
      <p:sp>
        <p:nvSpPr>
          <p:cNvPr id="4" name="Shape 2"/>
          <p:cNvSpPr/>
          <p:nvPr/>
        </p:nvSpPr>
        <p:spPr>
          <a:xfrm>
            <a:off x="1755100" y="1466255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4646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1070" y="1602224"/>
            <a:ext cx="271939" cy="271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32090" y="1494592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Webcam Capture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432090" y="1826181"/>
            <a:ext cx="10443210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OpenCV captures frames from a live video stream or uploaded image file.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08371" y="2806184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2027039" y="2687122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4646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3008" y="2823091"/>
            <a:ext cx="271939" cy="271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04028" y="2715458"/>
            <a:ext cx="228338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Grayscale Conversion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2704028" y="3047048"/>
            <a:ext cx="10171271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Converts the image to grayscale to simplify analysis and reduce processing time.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480310" y="4027051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46464A"/>
          </a:solidFill>
          <a:ln/>
        </p:spPr>
      </p:sp>
      <p:sp>
        <p:nvSpPr>
          <p:cNvPr id="14" name="Shape 10"/>
          <p:cNvSpPr/>
          <p:nvPr/>
        </p:nvSpPr>
        <p:spPr>
          <a:xfrm>
            <a:off x="2298978" y="3907988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4646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4947" y="4043958"/>
            <a:ext cx="271939" cy="271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75967" y="3936325"/>
            <a:ext cx="261282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Blur Detection Algorithm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2975967" y="4267914"/>
            <a:ext cx="989933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Applies Laplacian variance or FFT method to calculate blur metrics.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752249" y="5247918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46464A"/>
          </a:solidFill>
          <a:ln/>
        </p:spPr>
      </p:sp>
      <p:sp>
        <p:nvSpPr>
          <p:cNvPr id="19" name="Shape 14"/>
          <p:cNvSpPr/>
          <p:nvPr/>
        </p:nvSpPr>
        <p:spPr>
          <a:xfrm>
            <a:off x="2570917" y="5128855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46464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06886" y="5264825"/>
            <a:ext cx="271939" cy="271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247906" y="5157192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Annotation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3247906" y="5488781"/>
            <a:ext cx="962739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Adds bounding boxes, blur scores, and visual indicators to the analyzed frame.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2480310" y="6468785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46464A"/>
          </a:solidFill>
          <a:ln/>
        </p:spPr>
      </p:sp>
      <p:sp>
        <p:nvSpPr>
          <p:cNvPr id="24" name="Shape 18"/>
          <p:cNvSpPr/>
          <p:nvPr/>
        </p:nvSpPr>
        <p:spPr>
          <a:xfrm>
            <a:off x="2298978" y="6349722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46464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34947" y="6485692"/>
            <a:ext cx="271939" cy="2719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975967" y="6378059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Flask Streaming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2975967" y="6709648"/>
            <a:ext cx="989933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Sends annotated frames to browser for real-time display and user feedback.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755100" y="7434382"/>
            <a:ext cx="11120199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Example Architecture: Tanish-Sarkar's project outlines a clear pipeline from capture to display.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646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29" y="173593"/>
            <a:ext cx="5254943" cy="7882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6501" y="641509"/>
            <a:ext cx="661356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Applications and Impact</a:t>
            </a:r>
            <a:endParaRPr lang="en-US" sz="4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501" y="1609844"/>
            <a:ext cx="694373" cy="6943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2098" y="1609844"/>
            <a:ext cx="264949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Photo Management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262098" y="2061448"/>
            <a:ext cx="6558201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Automatically filter and organize large photo libraries, identifying blurry images for deletion or retaking.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6501" y="3212902"/>
            <a:ext cx="694373" cy="6943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2098" y="3212902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Quality Control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262098" y="3664506"/>
            <a:ext cx="6558201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Ensure high-quality images in e-commerce, social media, and professional photography workflows.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6501" y="4815959"/>
            <a:ext cx="694373" cy="6943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2098" y="4815959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Real-time Systems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262098" y="5267563"/>
            <a:ext cx="6558201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Enhance facial recognition, OCR, and surveillance by processing only clear frames for accurate results.</a:t>
            </a:r>
            <a:endParaRPr lang="en-US" sz="1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6501" y="6419017"/>
            <a:ext cx="694373" cy="6943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62098" y="6419017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User Experience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7262098" y="6870621"/>
            <a:ext cx="6558201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Prevent users from uploading blurry images, improving overall application quality and satisfaction.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009" y="769263"/>
            <a:ext cx="12956381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Future: Sharper Vision, Smarter Applications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09" y="2875121"/>
            <a:ext cx="4155519" cy="41555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3555" y="2706172"/>
            <a:ext cx="2584609" cy="4493419"/>
          </a:xfrm>
          <a:prstGeom prst="roundRect">
            <a:avLst>
              <a:gd name="adj" fmla="val 5661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53075" y="2706172"/>
            <a:ext cx="121920" cy="4493419"/>
          </a:xfrm>
          <a:prstGeom prst="roundRect">
            <a:avLst>
              <a:gd name="adj" fmla="val 294258"/>
            </a:avLst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5944553" y="2975729"/>
            <a:ext cx="1954054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Integration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5944553" y="3539609"/>
            <a:ext cx="1954054" cy="3390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Combine blur detection with other computer vision tasks like face detection or object detection for comprehensive analysis.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399859" y="2706172"/>
            <a:ext cx="2584728" cy="4493419"/>
          </a:xfrm>
          <a:prstGeom prst="roundRect">
            <a:avLst>
              <a:gd name="adj" fmla="val 5660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9379" y="2706172"/>
            <a:ext cx="121920" cy="4493419"/>
          </a:xfrm>
          <a:prstGeom prst="roundRect">
            <a:avLst>
              <a:gd name="adj" fmla="val 294258"/>
            </a:avLst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8760857" y="2975729"/>
            <a:ext cx="195417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Deep Learning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8760857" y="3871793"/>
            <a:ext cx="1954173" cy="3013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Explore deep learning approaches using TensorFlow for more nuanced and context-aware blur analysis.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11216283" y="2706172"/>
            <a:ext cx="2584728" cy="4493419"/>
          </a:xfrm>
          <a:prstGeom prst="roundRect">
            <a:avLst>
              <a:gd name="adj" fmla="val 5660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85803" y="2706172"/>
            <a:ext cx="121920" cy="4493419"/>
          </a:xfrm>
          <a:prstGeom prst="roundRect">
            <a:avLst>
              <a:gd name="adj" fmla="val 294258"/>
            </a:avLst>
          </a:prstGeom>
          <a:solidFill>
            <a:srgbClr val="FFE14D"/>
          </a:solidFill>
          <a:ln/>
        </p:spPr>
      </p:sp>
      <p:sp>
        <p:nvSpPr>
          <p:cNvPr id="14" name="Text 11"/>
          <p:cNvSpPr/>
          <p:nvPr/>
        </p:nvSpPr>
        <p:spPr>
          <a:xfrm>
            <a:off x="11577280" y="2975729"/>
            <a:ext cx="195417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Enhanced Applications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1577280" y="3871793"/>
            <a:ext cx="1954173" cy="3013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Build more robust and user-friendly web applications for automated image quality assessment across industries.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2026-04-10T07:20:04Z</dcterms:created>
  <dcterms:modified xsi:type="dcterms:W3CDTF">2026-04-10T07:20:04Z</dcterms:modified>
</cp:coreProperties>
</file>